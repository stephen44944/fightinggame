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双人横版对战游戏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Pygame 的本地双人实时格斗对战游戏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System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  |  Python 课程作业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37744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开发动机与技术选型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148840"/>
            <a:ext cx="768096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31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774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游戏概述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377440" y="2532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核心玩法与游戏特色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3017520"/>
            <a:ext cx="768096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3154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004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774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详细设计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237744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类结构、设计模式与技术难点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" y="3886200"/>
            <a:ext cx="768096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0"/>
          <p:cNvSpPr/>
          <p:nvPr/>
        </p:nvSpPr>
        <p:spPr>
          <a:xfrm>
            <a:off x="100584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690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3774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系统演示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2377440" y="4270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功能展示与操作说明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spc="250" kern="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2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为什么做这个项目？开发动机与技术选型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项目背景与开发动机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开发动机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实践面向对象编程（OOP）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深入理解继承、多态、封装等核心概念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掌握设计模式在实际项目中的应用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学习游戏开发的基本架构与流程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锻炼复杂系统的设计与编码能力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体验从需求分析到完整交付的全流程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技术选型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029200" y="16916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主力开发语言，语法简洁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0" y="219456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2.0+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2D游戏引擎，精灵/碰撞/事件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0" y="26974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架构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继承体系 + 设计模式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29200" y="32004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状态机模式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管理游戏流程状态切换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29200" y="37033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动画帧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836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角色动画使用逐帧GIF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spc="250" kern="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游戏概述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2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核心玩法、游戏特色与系统总览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核心玩法与游戏特色</a:t>
            </a:r>
            <a:endParaRPr lang="en-US" sz="2800" dirty="0"/>
          </a:p>
        </p:txBody>
      </p:sp>
      <p:pic>
        <p:nvPicPr>
          <p:cNvPr id="4" name="Image 0" descr="c:\Users\asus\.trae-cn\work\6a20c3ba029619bb752da40e\game_scene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3840480" cy="219456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429768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核心玩法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本地双人同屏对战，支持键盘双人操控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名可选角色，各有独特属性与被动技能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近战（剑）与远程（子弹）两种攻击类型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地图持续向上滚动，模拟危险区域上升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可破坏砖块地形 + 增益道具掉落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1条命制，HP归零或掉出地图即淘汰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1965960" cy="1463040"/>
          </a:xfrm>
          <a:prstGeom prst="rect">
            <a:avLst>
              <a:gd name="adj" fmla="val 6250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832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8名角色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独特属性与被动技能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3291840"/>
            <a:ext cx="1965960" cy="1463040"/>
          </a:xfrm>
          <a:prstGeom prst="rect">
            <a:avLst>
              <a:gd name="adj" fmla="val 6250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383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748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7种特殊元素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69748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传送门/弹跳板/陷阱等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3291840"/>
            <a:ext cx="1965960" cy="1463040"/>
          </a:xfrm>
          <a:prstGeom prst="rect">
            <a:avLst>
              <a:gd name="adj" fmla="val 6250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383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4632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道具系统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4632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HP/MP药水/加速/护甲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3291840"/>
            <a:ext cx="1965960" cy="1463040"/>
          </a:xfrm>
          <a:prstGeom prst="rect">
            <a:avLst>
              <a:gd name="adj" fmla="val 6250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3832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图片缓存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99516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性能优化提升30-50%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角色系统 — 8名可选角色</a:t>
            </a:r>
            <a:endParaRPr lang="en-US" sz="2800" dirty="0"/>
          </a:p>
        </p:txBody>
      </p:sp>
      <p:pic>
        <p:nvPicPr>
          <p:cNvPr id="4" name="Image 0" descr="c:\Users\asus\.trae-cn\work\6a20c3ba029619bb752da40e\character_showcase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2286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64008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伤害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被动技能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击杀回血15%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20%闪避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受伤隐身1.5s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低HP增伤50%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弓箭手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远程+30%伤害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蜘蛛王子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命中减速2s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减伤10%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15%冻结1s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每位角色拥有独特的被动技能和大招效果，增强策略深度与角色差异化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spc="250" kern="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详细设计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2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类结构设计、设计模式与技术难点解析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560320" cy="374904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3749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核心文件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gayforce.py  入口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data/main.py  调度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data/tools.py  控制器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data/constants.py  常量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components/hero.py  角色基类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components/warrior.py  近战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components/shooter.py  远程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components/passive_skills.py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components/special_bricks.py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components/image_cache.py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states/gaming.py  核心逻辑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入口层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051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gayforce.py → data/main.py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155448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0" y="1719072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3756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状态机层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17190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+ _State (tools.py)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0" y="2221992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00400" y="2386584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337560" y="23865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状态实现层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3865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MainMenu | Choosing | Gaming | GameOver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0" y="2889504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200400" y="3054096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337560" y="30540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组件层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30540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| Warrior | Shooter | Bullet | Sword | Brick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15000" y="3557016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200400" y="3721608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37560" y="37216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子系统层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54880" y="37216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PassiveSkill | SpecialBrick | ImageCache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类结构设计 — 角色继承体系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pygame.sprite.Sprite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1691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Hero（角色基类）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0" cy="3200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33172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233172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24688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Warrior（近战基类）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Shooter（远程基类）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2461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246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32461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246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24612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246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Poena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246120"/>
            <a:ext cx="566928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4612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0992" y="3246120"/>
            <a:ext cx="566928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324612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弓箭手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3246120"/>
            <a:ext cx="566928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324612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蜘蛛王子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4576" y="3246120"/>
            <a:ext cx="566928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4576" y="324612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16368" y="3246120"/>
            <a:ext cx="566928" cy="41148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324612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840480"/>
            <a:ext cx="8595360" cy="1005840"/>
          </a:xfrm>
          <a:prstGeom prst="rect">
            <a:avLst>
              <a:gd name="adj" fmla="val 9091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8404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228600" cy="228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核心方法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→ handle_state() → stand/walk/jump/fall/action/skill/freeze  |  setup_passive_skill()  |  apply_passive_on_damage_dealt/received()  |  apply_slow/freeze()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设计模式与核心技术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61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状态机模式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管理状态字典，通过 flip_state() 切换状态，persist 字典实现状态间数据传递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MainMenu → Choosing → Gaming → GameOver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161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模板方法模式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Hero.handle_state() 定义状态处理框架，子类覆写 action() 和 skill() 实现差异化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290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基类定义骨架，子类填充细节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05156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05156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161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策略模式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PassiveSkill 体系 — 每个角色持有不同的被动技能策略实例，通过统一接口调用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8种被动技能，统一钩子接口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29718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97180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081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工厂方法模式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9436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get_passive_skill() / create_special_brick() / get_bullet_type() 根据参数创建对象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9436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解耦对象创建与使用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91840" y="29718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297180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94760" y="3081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单例模式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42900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ImageCache 类级别 _cache 字典实现全局唯一缓存，避免重复磁盘I/O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2900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性能提升30-50%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126480" y="29718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971800"/>
            <a:ext cx="54864" cy="17373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0896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29400" y="3081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观察者模式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26364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被动技能系统 — Hero 在受伤/造成伤害/击杀时通知 PassiveSkill，由被动修改行为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26364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事件驱动的技能触发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技术难点与解决方案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05840" y="1307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图片重复加载导致卡顿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143000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880" y="13075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ImageCache 全局缓存系统，以 (路径, 尺寸, 翻转) 三元组为键，启动时批量预加载，帧率提升30-50%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2057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05840" y="22677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8个角色差异化实现复杂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0" y="2103120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2057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54880" y="22677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三层继承体系 (Hero→Warrior/Shooter→具体角色) + 被动技能策略模式，通过模板方法实现攻击差异化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97180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017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05840" y="3227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多种地图元素交互逻辑各异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0" y="3063240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/>
          <p:nvPr/>
        </p:nvSpPr>
        <p:spPr>
          <a:xfrm>
            <a:off x="4754880" y="3017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54880" y="3227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SpecialBrick 基类定义统一接口 ActOnCharacter()，7个子类各自实现，程序化生成视觉效果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393192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3977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05840" y="4187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碰撞检测体系复杂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572000" y="4023360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8"/>
          <p:cNvSpPr/>
          <p:nvPr/>
        </p:nvSpPr>
        <p:spPr>
          <a:xfrm>
            <a:off x="4754880" y="3977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754880" y="4187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分层碰撞检测：角色-砖块、子弹-角色、剑-角色、角色-特殊元素，各自独立处理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spc="250" kern="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系统演示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2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功能展示、操作说明与游戏流程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游戏流程与操作说明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启动游戏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1371600"/>
            <a:ext cx="3657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主菜单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371600"/>
            <a:ext cx="3657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620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角色选择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371600"/>
            <a:ext cx="3657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2356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371600"/>
            <a:ext cx="3657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05156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16200000">
              <a:srgbClr val="CBD5E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结算</a:t>
            </a:r>
            <a:endParaRPr lang="en-US" sz="1200" dirty="0"/>
          </a:p>
        </p:txBody>
      </p:sp>
      <p:pic>
        <p:nvPicPr>
          <p:cNvPr id="18" name="Image 0" descr="c:\Users\asus\.trae-cn\work\6a20c3ba029619bb752da40e\map_elements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4114800" cy="2286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54880" y="1920240"/>
            <a:ext cx="39319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CBD5E1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92024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操作说明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33172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玩家1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玩家2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4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跳跃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/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地图持续滚动  |  60FPS  |  800x600  |  GIF动画帧  |  鼠标+键盘双支持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双人横版对战游戏  |  Python + Pygame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后续方向：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连招系统  |  天气系统  |  网络对战  |  AI对手  |  音效系统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双人横版对战游戏 - 项目介绍</dc:title>
  <dc:subject>PptxGenJS Presentation</dc:subject>
  <dc:creator>Game Dev Team</dc:creator>
  <cp:lastModifiedBy>Game Dev Team</cp:lastModifiedBy>
  <cp:revision>1</cp:revision>
  <dcterms:created xsi:type="dcterms:W3CDTF">2026-06-04T00:45:48Z</dcterms:created>
  <dcterms:modified xsi:type="dcterms:W3CDTF">2026-06-04T00:45:48Z</dcterms:modified>
</cp:coreProperties>
</file>