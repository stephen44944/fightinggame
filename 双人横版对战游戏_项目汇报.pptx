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20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731520"/>
            <a:ext cx="1463040" cy="14630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9080" y="10515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1A2E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双人横版对战游戏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基于 Pygame 的本地双人实时格斗对战游戏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11480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Microsoft YaHei"/>
              </a:defRPr>
            </a:pPr>
            <a:r>
              <a:t>Python  ·  Pygame  ·  OOP  ·  State Machine  ·  Sprite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371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7680960" cy="9144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57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为什么要做这个项目 · 技术选型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7680960" cy="9144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7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974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详细设计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546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类结构设计 · 技术难点与解决方案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7680960" cy="9144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系统演示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功能展示 · 操作说明 · 游戏特色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为什么要做这个项目？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3474720" cy="13716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🎯 项目动机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Python 课程大作业，实践面向对象编程</a:t>
            </a:r>
          </a:p>
          <a:p>
            <a:pPr>
              <a:spcAft>
                <a:spcPts val="36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兴趣驱动：从小喜欢玩拳皇等格斗游戏</a:t>
            </a:r>
          </a:p>
          <a:p>
            <a:pPr>
              <a:spcAft>
                <a:spcPts val="36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挑战双人同屏交互与实时碰撞检测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474720"/>
            <a:ext cx="3840480" cy="13716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611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🛠 技术选型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97763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Python 3.8+：简洁高效，快速迭代</a:t>
            </a:r>
          </a:p>
          <a:p>
            <a:pPr>
              <a:spcAft>
                <a:spcPts val="36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Pygame 2.0+：成熟的 2D 游戏引擎</a:t>
            </a:r>
          </a:p>
          <a:p>
            <a:pPr>
              <a:spcAft>
                <a:spcPts val="36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无需额外依赖，开箱即用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"/>
            <a:ext cx="7680960" cy="10972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项目定位：一款具备商业游戏核心要素的学习项目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8名角色  |  近战/远程双攻击类型  |  被动技能系统  |  可破坏地形  |  特殊地图元素  |  道具系统  |  图片缓存优化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游戏整体流程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463040" cy="7315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启动游戏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286000"/>
            <a:ext cx="1463040" cy="731520"/>
          </a:xfrm>
          <a:prstGeom prst="round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主菜单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286000"/>
            <a:ext cx="1463040" cy="731520"/>
          </a:xfrm>
          <a:prstGeom prst="round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角色选择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9" y="2286000"/>
            <a:ext cx="1463040" cy="731520"/>
          </a:xfrm>
          <a:prstGeom prst="round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79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实时对战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286000"/>
            <a:ext cx="1463040" cy="7315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结算界面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91840"/>
            <a:ext cx="8229600" cy="15544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对战阶段核心机制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① 地图高度 3600px，可视区域 800×600，持续向上滚动（危险区域逼近）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② 双方均只有 1 条命，HP 归零或掉出地图即死亡 → 游戏结束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③ 地图中分布可破坏砖块、增益道具和 7 种特殊交互元素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④ 帧率锁定 60FPS，支持鼠标+键盘双操作模式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详细设计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类结构设计与架构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3931920" cy="3931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📐 整体架构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gayforce.py          # 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7276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├── data/main.py     # 状态机调度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7393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├── data/tools.py    # Control主循环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onsolas"/>
              </a:defRPr>
            </a:pPr>
            <a:r>
              <a:t>│                      _State基类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7627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├── data/constants.py # 全局常量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├── components/      # 游戏组件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786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│   ├── hero.py     # 角色基类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797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│   ├── warrior.py  # 近战基类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809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│   ├── shooter.py  # 远程基类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821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│   ├── brick.py    # 砖块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832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│   ├── bullet.py   # 子弹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844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│   ├── sword.py    # 近战判定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856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│   └── props.py    # 道具/血条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86783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└── states/          # 状态机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879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   ├── main_menu   # 主菜单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891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   ├── choosing    # 选角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9028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   ├── gaming      # 对战核心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9145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onsolas"/>
              </a:defRPr>
            </a:pPr>
            <a:r>
              <a:t>    └── game_over   # 结算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822960"/>
            <a:ext cx="4023360" cy="18288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🔧 设计模式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"/>
              </a:spcAft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状态模式 (State Pattern)</a:t>
            </a:r>
          </a:p>
          <a:p>
            <a:pPr>
              <a:spcAft>
                <a:spcPts val="99"/>
              </a:spcAft>
              <a:defRPr sz="1000">
                <a:solidFill>
                  <a:srgbClr val="CCCCDD"/>
                </a:solidFill>
                <a:latin typeface="Microsoft YaHei"/>
              </a:defRPr>
            </a:pPr>
            <a:r>
              <a:t>Control 调度 4 个状态：MainMenu →</a:t>
            </a:r>
          </a:p>
          <a:p>
            <a:pPr>
              <a:spcAft>
                <a:spcPts val="99"/>
              </a:spcAft>
              <a:defRPr sz="1000">
                <a:solidFill>
                  <a:srgbClr val="CCCCDD"/>
                </a:solidFill>
                <a:latin typeface="Microsoft YaHei"/>
              </a:defRPr>
            </a:pPr>
            <a:r>
              <a:t>Choosing → Gaming → GameOver</a:t>
            </a:r>
          </a:p>
          <a:p>
            <a:pPr>
              <a:spcAft>
                <a:spcPts val="99"/>
              </a:spcAft>
              <a:defRPr sz="1000">
                <a:solidFill>
                  <a:srgbClr val="CCCCDD"/>
                </a:solidFill>
                <a:latin typeface="Microsoft YaHei"/>
              </a:defRPr>
            </a:pPr>
          </a:p>
          <a:p>
            <a:pPr>
              <a:spcAft>
                <a:spcPts val="99"/>
              </a:spcAft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模板方法模式</a:t>
            </a:r>
          </a:p>
          <a:p>
            <a:pPr>
              <a:spcAft>
                <a:spcPts val="99"/>
              </a:spcAft>
              <a:defRPr sz="1000">
                <a:solidFill>
                  <a:srgbClr val="CCCCDD"/>
                </a:solidFill>
                <a:latin typeface="Microsoft YaHei"/>
              </a:defRPr>
            </a:pPr>
            <a:r>
              <a:t>Hero 基类定义 update() 骨架，</a:t>
            </a:r>
          </a:p>
          <a:p>
            <a:pPr>
              <a:spcAft>
                <a:spcPts val="99"/>
              </a:spcAft>
              <a:defRPr sz="1000">
                <a:solidFill>
                  <a:srgbClr val="CCCCDD"/>
                </a:solidFill>
                <a:latin typeface="Microsoft YaHei"/>
              </a:defRPr>
            </a:pPr>
            <a:r>
              <a:t>各角色子类覆写 action() / skill()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2834640"/>
            <a:ext cx="4023360" cy="19202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Microsoft YaHei"/>
              </a:defRPr>
            </a:pPr>
            <a:r>
              <a:t>🧬 角色继承树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3832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Hero (基类)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├── Warrior (近战)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│   ├── Guan_gong  ·  K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│   ├── Poena  ·  Ghost  ·  Iccy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└── Shooter (远程)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    ├── Darling  ·  Archer</a:t>
            </a:r>
          </a:p>
          <a:p>
            <a:pPr>
              <a:spcAft>
                <a:spcPts val="239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    └── Spider_prince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详细设计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技术难点与解决方案（一）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3931920" cy="19202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  <a:latin typeface="Microsoft YaHei"/>
              </a:defRPr>
            </a:pPr>
            <a:r>
              <a:t>⚡ 难点1：性能优化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9"/>
              </a:spcAft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问题：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原代码每帧调用 pygame.image.load()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从磁盘重复加载图片 → 严重卡顿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</a:p>
          <a:p>
            <a:pPr>
              <a:spcAft>
                <a:spcPts val="109"/>
              </a:spcAft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方案：ImageCache 全局缓存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以 (路径,尺寸,翻转) 为键缓存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startup 阶段预加载所有帧到内存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后续请求零 I/O，帧率提升 30-50%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822960"/>
            <a:ext cx="4023360" cy="19202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  <a:latin typeface="Microsoft YaHei"/>
              </a:defRPr>
            </a:pPr>
            <a:r>
              <a:t>🎯 难点2：被动技能系统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3716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9"/>
              </a:spcAft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问题：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8个角色需要差异化能力，如何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优雅扩展而不修改 Hero 基类？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</a:p>
          <a:p>
            <a:pPr>
              <a:spcAft>
                <a:spcPts val="109"/>
              </a:spcAft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方案：钩子方法 + 策略模式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PassiveSkill 基类定义 on_damage_*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8个子类各自覆写钩子逻辑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Hero 在 update() 中调用钩子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3931920" cy="18288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  <a:latin typeface="Microsoft YaHei"/>
              </a:defRPr>
            </a:pPr>
            <a:r>
              <a:t>💥 难点3：碰撞检测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9"/>
              </a:spcAft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问题：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子弹/剑/角色/砖块/道具/特殊元素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之间的多对多碰撞 → 逻辑复杂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</a:p>
          <a:p>
            <a:pPr>
              <a:spcAft>
                <a:spcPts val="109"/>
              </a:spcAft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方案：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pygame.sprite.spritecollide 分组检测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子弹碰撞砖块 → 破坏/反弹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剑碰撞角色 → 伤害计算+被动触发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926080"/>
            <a:ext cx="4023360" cy="18288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  <a:latin typeface="Microsoft YaHei"/>
              </a:defRPr>
            </a:pPr>
            <a:r>
              <a:t>🗺️ 难点4：地图滚动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4747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9"/>
              </a:spcAft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问题：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3600px 超高地图，需持续向上滚动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同时保证双人视野和砖块生成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</a:p>
          <a:p>
            <a:pPr>
              <a:spcAft>
                <a:spcPts val="109"/>
              </a:spcAft>
              <a:defRPr sz="1300" b="1">
                <a:solidFill>
                  <a:srgbClr val="00E696"/>
                </a:solidFill>
                <a:latin typeface="Microsoft YaHei"/>
              </a:defRPr>
            </a:pPr>
            <a:r>
              <a:t>方案：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定时 scroll + viewport 裁剪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屏幕外砖块自动回收释放内存</a:t>
            </a:r>
          </a:p>
          <a:p>
            <a:pPr>
              <a:spcAft>
                <a:spcPts val="109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· 根据 viewport 位置动态生成新砖块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详细设计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特殊地图元素设计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73152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🚪 传送门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站上→传送到</a:t>
            </a:r>
            <a:br/>
            <a:r>
              <a:t>配对传送门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1秒冷却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73152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822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🦘 弹跳板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站上→强力弹飞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0.5秒冷却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73152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822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💚 治疗区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持续回复HP</a:t>
            </a:r>
            <a:br/>
            <a:r>
              <a:t>每0.3秒+5HP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站立即生效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7999" y="73152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39" y="822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⚡ 加速带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39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2.5倍移速</a:t>
            </a:r>
            <a:br/>
            <a:r>
              <a:t>持续2秒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经过触发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65176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🧊 冰面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2004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滑行效果</a:t>
            </a:r>
            <a:br/>
            <a:r>
              <a:t>方向难控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840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摩擦力降低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79" y="265176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⚠️ 陷阱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2004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每0.5秒</a:t>
            </a:r>
            <a:br/>
            <a:r>
              <a:t>受到5点伤害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840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站立即受伤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265176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79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📦 移动平台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32004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DD"/>
                </a:solidFill>
                <a:latin typeface="Microsoft YaHei"/>
              </a:defRPr>
            </a:pPr>
            <a:r>
              <a:t>自动左右移动</a:t>
            </a:r>
            <a:br/>
            <a:r>
              <a:t>可站上面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3840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带动角色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所有特殊元素继承 SpecialBrick 基类，通过 ActOnCharacter() 方法影响角色 | 在 gaming.py 的 check_special_bricks_collisions() 中每帧检测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系统演示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8 名可选角色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73152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关羽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Microsoft YaHei"/>
              </a:defRPr>
            </a:pPr>
            <a:r>
              <a:t>HP:1000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43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666"/>
                </a:solidFill>
                <a:latin typeface="Microsoft YaHei"/>
              </a:defRPr>
            </a:pPr>
            <a:r>
              <a:t>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⚔️ 武圣：击杀回复15%HP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79" y="73152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8046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143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Microsoft YaHei"/>
              </a:defRPr>
            </a:pPr>
            <a:r>
              <a:t>HP:800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1143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666"/>
                </a:solidFill>
                <a:latin typeface="Microsoft YaHei"/>
              </a:defRPr>
            </a:pPr>
            <a:r>
              <a:t>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💨 闪避大师：20%闪避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73152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8046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Poena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1143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Microsoft YaHei"/>
              </a:defRPr>
            </a:pPr>
            <a:r>
              <a:t>HP:700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143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666"/>
                </a:solidFill>
                <a:latin typeface="Microsoft YaHei"/>
              </a:defRPr>
            </a:pPr>
            <a:r>
              <a:t>近战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👻 暗影：受伤隐身1.5秒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73152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39" y="8046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弓箭手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1143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Microsoft YaHei"/>
              </a:defRPr>
            </a:pPr>
            <a:r>
              <a:t>HP:250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1430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99FF"/>
                </a:solidFill>
                <a:latin typeface="Microsoft YaHei"/>
              </a:defRPr>
            </a:pPr>
            <a:r>
              <a:t>远程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1463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🦅 鹰眼：远程伤害+30%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265176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724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Darling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063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Microsoft YaHei"/>
              </a:defRPr>
            </a:pPr>
            <a:r>
              <a:t>HP:200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063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99FF"/>
                </a:solidFill>
                <a:latin typeface="Microsoft YaHei"/>
              </a:defRPr>
            </a:pPr>
            <a:r>
              <a:t>远程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383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🔥 狂暴之心：低血+50%伤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79" y="265176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2724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蜘蛛王子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063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Microsoft YaHei"/>
              </a:defRPr>
            </a:pPr>
            <a:r>
              <a:t>HP:200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79" y="3063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99FF"/>
                </a:solidFill>
                <a:latin typeface="Microsoft YaHei"/>
              </a:defRPr>
            </a:pPr>
            <a:r>
              <a:t>远程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3383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🕸️ 蛛网：攻击减速2秒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265176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79" y="2724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Iccy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79" y="3063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Microsoft YaHei"/>
              </a:defRPr>
            </a:pPr>
            <a:r>
              <a:t>HP:200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063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666"/>
                </a:solidFill>
                <a:latin typeface="Microsoft YaHei"/>
              </a:defRPr>
            </a:pPr>
            <a:r>
              <a:t>近战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79" y="3383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❄️ 冰霜：15%冻结1秒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7999" y="2651760"/>
            <a:ext cx="192024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39" y="2724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Ghost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39" y="3063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Microsoft YaHei"/>
              </a:defRPr>
            </a:pPr>
            <a:r>
              <a:t>HP:150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063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666"/>
                </a:solidFill>
                <a:latin typeface="Microsoft YaHei"/>
              </a:defRPr>
            </a:pPr>
            <a:r>
              <a:t>近战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39" y="3383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Microsoft YaHei"/>
              </a:defRPr>
            </a:pPr>
            <a:r>
              <a:t>👤 灵体：减伤10%+穿玻璃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系统演示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对战操作与界面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4114800" cy="22860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🎮 双人对战操作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动作        玩家1        玩家2</a:t>
            </a:r>
          </a:p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─────────────────────────────</a:t>
            </a:r>
          </a:p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跳跃         W            ↑</a:t>
            </a:r>
          </a:p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左/右移      A / D        ← / →</a:t>
            </a:r>
          </a:p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下穿平台     S            ↓</a:t>
            </a:r>
          </a:p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普通攻击     J         小键盘1</a:t>
            </a:r>
          </a:p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技能攻击     L         小键盘3</a:t>
            </a:r>
          </a:p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─────────────────────────────</a:t>
            </a:r>
          </a:p>
          <a:p>
            <a:pPr>
              <a:spcAft>
                <a:spcPts val="55"/>
              </a:spcAft>
              <a:defRPr sz="1100">
                <a:solidFill>
                  <a:srgbClr val="CCCCDD"/>
                </a:solidFill>
                <a:latin typeface="Consolas"/>
              </a:defRPr>
            </a:pPr>
            <a:r>
              <a:t>  MP初始3点，每次技能消耗1点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822960"/>
            <a:ext cx="3840480" cy="22860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914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✨ 界面特性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41732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主菜单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60020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键盘 ↑↓ + 鼠标悬停/点击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3736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角色选择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双人独立选角，支持随机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05740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HUD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4028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HP血条 + MP能量球 + 角色图标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77439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结算界面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6032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自动判胜负 + 再来一局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69748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鼠标支持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88036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    全流程鼠标操作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8229600" cy="15544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Microsoft YaHei"/>
              </a:defRPr>
            </a:pPr>
            <a:r>
              <a:t>🗺️ 地图系统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5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常规砖块（8种）：草地(25HP) · 木板(50HP) · 石砖(∞) · 冰块(50HP) · 玻璃(100HP) · 火焰(50HP) · 铁块(300HP) · 水面(∞)</a:t>
            </a:r>
          </a:p>
          <a:p>
            <a:pPr>
              <a:spcAft>
                <a:spcPts val="275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特殊元素（7种）：传送门 · 弹跳板 · 治疗区 · 加速带 · 冰面 · 陷阱地板 · 移动平台</a:t>
            </a:r>
          </a:p>
          <a:p>
            <a:pPr>
              <a:spcAft>
                <a:spcPts val="275"/>
              </a:spcAft>
              <a:defRPr sz="1100">
                <a:solidFill>
                  <a:srgbClr val="CCCCDD"/>
                </a:solidFill>
                <a:latin typeface="Microsoft YaHei"/>
              </a:defRPr>
            </a:pPr>
            <a:r>
              <a:t>道具掉落（6种）：HP药水(+80) · HP苹果 · HP人参 · MP药水(+1) · 加速鞋(2x移速) · 护甲(无敌2秒)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系统演示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功能亮点一览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731520"/>
            <a:ext cx="265176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868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🎯  被动技能系统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每名角色拥有独特被动</a:t>
            </a:r>
            <a:br/>
            <a:r>
              <a:t>增强策略深度与差异化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731520"/>
            <a:ext cx="265176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868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⚡  图片缓存优化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ImageCache 全局缓存</a:t>
            </a:r>
            <a:br/>
            <a:r>
              <a:t>帧率提升 30-50%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731520"/>
            <a:ext cx="265176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868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Microsoft YaHei"/>
              </a:defRPr>
            </a:pPr>
            <a:r>
              <a:t>🗺️  特殊地图元素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7种交互砖块</a:t>
            </a:r>
            <a:br/>
            <a:r>
              <a:t>传送/弹跳/治疗/加速等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51760"/>
            <a:ext cx="265176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66FF"/>
                </a:solidFill>
                <a:latin typeface="Microsoft YaHei"/>
              </a:defRPr>
            </a:pPr>
            <a:r>
              <a:t>🎨  GIF 动画系统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全角色逐帧动画</a:t>
            </a:r>
            <a:br/>
            <a:r>
              <a:t>stand/walk/action/skill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651760"/>
            <a:ext cx="265176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699"/>
                </a:solidFill>
                <a:latin typeface="Microsoft YaHei"/>
              </a:defRPr>
            </a:pPr>
            <a:r>
              <a:t>🖱️  鼠标全流程支持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菜单/选角/结算</a:t>
            </a:r>
            <a:br/>
            <a:r>
              <a:t>均可用鼠标操作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651760"/>
            <a:ext cx="2651760" cy="1645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CCFF"/>
                </a:solidFill>
                <a:latin typeface="Microsoft YaHei"/>
              </a:defRPr>
            </a:pPr>
            <a:r>
              <a:t>🎵  BGM 音效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91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多场景背景音乐</a:t>
            </a:r>
            <a:br/>
            <a:r>
              <a:t>主菜单/选角/对战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2540"/>
            <a:ext cx="9144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371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931920" cy="32004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✅ 项目总结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完成了完整的双人对战游戏</a:t>
            </a:r>
          </a:p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应用了状态模式、策略模式等</a:t>
            </a:r>
          </a:p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 设计模式实现可扩展架构</a:t>
            </a:r>
          </a:p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实现了图片缓存、被动技能、</a:t>
            </a:r>
          </a:p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   特殊地图元素三大改进</a:t>
            </a:r>
          </a:p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8名角色 + 7种特殊元素 +</a:t>
            </a:r>
          </a:p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   6种道具，内容丰富</a:t>
            </a:r>
          </a:p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  <a:r>
              <a:t>· 代码 2200+ 行，517个资源文件</a:t>
            </a:r>
          </a:p>
          <a:p>
            <a:pPr>
              <a:spcAft>
                <a:spcPts val="180"/>
              </a:spcAft>
              <a:defRPr sz="1200">
                <a:solidFill>
                  <a:srgbClr val="CCCCDD"/>
                </a:solidFill>
                <a:latin typeface="Microsoft YaHei"/>
              </a:defRPr>
            </a:pPr>
          </a:p>
          <a:p>
            <a:pPr>
              <a:spcAft>
                <a:spcPts val="180"/>
              </a:spcAft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技术栈：Python + Pygame</a:t>
            </a:r>
          </a:p>
          <a:p>
            <a:pPr>
              <a:spcAft>
                <a:spcPts val="180"/>
              </a:spcAft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设计模式：State / Strategy / 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63040"/>
            <a:ext cx="4023360" cy="32004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Microsoft YaHei"/>
              </a:defRPr>
            </a:pPr>
            <a:r>
              <a:t>🔮 后续方向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连招系统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连续攻击触发组合技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68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天气系统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随机天气影响战斗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834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网络对战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Socket 远程联机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AI 对手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单人模式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音效系统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66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攻击/技能音效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角色升级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经验值+属性成长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▸ 更多元素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Microsoft YaHei"/>
              </a:defRPr>
            </a:pPr>
            <a:r>
              <a:t>炸弹/机关/障碍物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Microsoft YaHe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